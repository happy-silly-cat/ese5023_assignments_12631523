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65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228FA-B611-6C98-46BA-0256836C3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61EAB9-4932-23CD-4866-C7A2F69EB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74578-6005-6C51-F3D8-57B6F076C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0DE41-792C-5AA7-C5A9-86E28EB02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B2993-E54C-BF43-9E08-D4AAB018B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08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7D3DA-BCA8-C7EB-B3D6-1443EB55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E7BD6-57DB-FF5E-A9D3-19C1BAF50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05428-DEE0-CFCE-636E-1B8B0E36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BF0272-6805-1B2A-81E3-AF6A5A652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1211FC-DBF4-A23D-7BD1-1B355FE9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86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96FE28-70F7-C18B-D102-EC24B16B4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7B768F-DE1B-2BC0-E595-871FEA57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6ECA26-9FC5-43E8-1346-2FA2B3B5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CE52B-251D-A47A-5D25-644AE30E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C98085-46BA-1A5E-29EC-F4A27CA6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51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7DC0C-49FD-ADAF-0CAA-E3AACEDD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CFCEE-B060-8746-08C2-DE88BC1FB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F78C37-DD83-E9AD-2688-073B78B8E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91487A-823F-C797-9DBC-5BEF4F34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798443-7416-3BA1-ACAC-07486F3D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CEA17E-8258-D8D3-4E06-24808D74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70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30352-F11D-2002-A508-126A4B15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39325A-8766-F05F-7505-18B48CA44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775A20-B3C5-3C5A-BC6F-33337453A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B2CDE5-7A6D-8437-7456-2E899BAE8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052B1E-A44E-216D-A675-7324625F6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840643-54F7-0AB0-955D-F72D2F1B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D2F1ED-D16F-15F1-2666-B04EA013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119CFA-7D2B-5A11-85FD-7E9E91BA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52619-D133-A7AC-9EF0-04D1337F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75019A-9406-7DCC-43A6-BDADF9FF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5A3969-5227-DF59-8D3C-5060ACBE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8D9E3B-6E76-AC60-1C84-439909ED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63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B8B39A-49C3-C9F6-1297-EEBBEBF8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848C36-4075-47BB-F99A-5B41BC59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A753D4-FF61-2752-11E5-50C9A662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1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CC541-277D-825C-D78F-7DE400032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1ABF6-2639-5481-E149-42C5AEA50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D462E7-73C6-B423-7468-F05156405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1261F8-E8EF-7585-809B-769BD7F4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6F58D8-1EBF-2B14-94DC-FB7A4CDC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EA1960-EDF4-D35E-19D2-174E24C7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65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9C447-9499-BC38-0587-6D427064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9FB5AE5-4C10-315F-2B15-711D74FCC38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2219AF-16D3-834B-5935-BE48BC0D8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2945FC-4B8D-B3EF-1A7A-B9D7398B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191C50-709B-FED1-3ECB-A8CF5B70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632F5E-59F3-3E07-6C8C-9AEF1317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9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F1CED-8672-22A4-CE48-FAF2C8D7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C11036-5686-C2E2-90C3-7FA8FD46F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DC1C37-69F7-C5DB-4646-3BD00C32C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AF34D8-9B34-212D-12AF-14E09873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909D4-553D-BAE3-4EDB-F8B36CDF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102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29E389-B266-1AB9-A495-6B3EC30B3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D82F9A-F6DB-1FAE-8F11-8C2988EE0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1B4A79-8AD7-03CC-BB47-73760709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1A1E3F-EDBA-C1CA-C512-88CF2FE6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A77FFC-BB52-A3C8-22FA-13F8F9F2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692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45ADE9-2A1A-14BE-1494-30E83B26D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1C0681-5972-9B07-C6CA-8A482206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3C202B-4E0F-30B8-5721-769B27242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2A716-9F04-40A4-838B-7A1F764D50D7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ED0FB-604B-2AF6-C631-94D904409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42A82D-08B4-B347-DE31-3D59B2165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8A334-F7D8-441E-A188-D6C1D369EC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38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1D834-A7F7-AC6E-9874-A75F38F27F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8C1131-C4D3-E5CD-72FE-5E2191017B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55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5AC32280-1C6C-CA9C-A3AF-103672627ACC}"/>
              </a:ext>
            </a:extLst>
          </p:cNvPr>
          <p:cNvSpPr/>
          <p:nvPr/>
        </p:nvSpPr>
        <p:spPr>
          <a:xfrm>
            <a:off x="5856920" y="-61427"/>
            <a:ext cx="585989" cy="5924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0C2EA6B-BCE6-8BB5-5A20-70CB3091E19F}"/>
              </a:ext>
            </a:extLst>
          </p:cNvPr>
          <p:cNvCxnSpPr>
            <a:stCxn id="2" idx="4"/>
          </p:cNvCxnSpPr>
          <p:nvPr/>
        </p:nvCxnSpPr>
        <p:spPr>
          <a:xfrm flipH="1">
            <a:off x="6149914" y="531001"/>
            <a:ext cx="1" cy="4314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图: 决策 4">
            <a:extLst>
              <a:ext uri="{FF2B5EF4-FFF2-40B4-BE49-F238E27FC236}">
                <a16:creationId xmlns:a16="http://schemas.microsoft.com/office/drawing/2014/main" id="{AF64A5A9-F326-E550-B881-883ACDF3BE72}"/>
              </a:ext>
            </a:extLst>
          </p:cNvPr>
          <p:cNvSpPr/>
          <p:nvPr/>
        </p:nvSpPr>
        <p:spPr>
          <a:xfrm>
            <a:off x="5385229" y="962443"/>
            <a:ext cx="1529367" cy="592428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a&gt;b?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DEF69B12-37A0-605C-9266-7E4960BF5DF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914596" y="1258657"/>
            <a:ext cx="1711282" cy="837127"/>
          </a:xfrm>
          <a:prstGeom prst="bentConnector3">
            <a:avLst>
              <a:gd name="adj1" fmla="val 10004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流程图: 决策 17">
            <a:extLst>
              <a:ext uri="{FF2B5EF4-FFF2-40B4-BE49-F238E27FC236}">
                <a16:creationId xmlns:a16="http://schemas.microsoft.com/office/drawing/2014/main" id="{AE29123C-F3B3-0301-9458-078C01C8A869}"/>
              </a:ext>
            </a:extLst>
          </p:cNvPr>
          <p:cNvSpPr/>
          <p:nvPr/>
        </p:nvSpPr>
        <p:spPr>
          <a:xfrm>
            <a:off x="7861194" y="2095784"/>
            <a:ext cx="1529367" cy="592428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b&gt;c?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4EB022F6-73D3-61FD-6B8E-5B6EF4F0CB2B}"/>
              </a:ext>
            </a:extLst>
          </p:cNvPr>
          <p:cNvCxnSpPr>
            <a:cxnSpLocks/>
          </p:cNvCxnSpPr>
          <p:nvPr/>
        </p:nvCxnSpPr>
        <p:spPr>
          <a:xfrm flipH="1">
            <a:off x="3673947" y="1258657"/>
            <a:ext cx="1711282" cy="837127"/>
          </a:xfrm>
          <a:prstGeom prst="bentConnector3">
            <a:avLst>
              <a:gd name="adj1" fmla="val 10004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流程图: 决策 20">
            <a:extLst>
              <a:ext uri="{FF2B5EF4-FFF2-40B4-BE49-F238E27FC236}">
                <a16:creationId xmlns:a16="http://schemas.microsoft.com/office/drawing/2014/main" id="{7A01AE14-BBA1-EFEE-8240-6C16C6855BEA}"/>
              </a:ext>
            </a:extLst>
          </p:cNvPr>
          <p:cNvSpPr/>
          <p:nvPr/>
        </p:nvSpPr>
        <p:spPr>
          <a:xfrm>
            <a:off x="2909264" y="2095784"/>
            <a:ext cx="1529367" cy="592428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b&gt;c?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158C2340-1BF1-B079-9341-D8D3282356E8}"/>
              </a:ext>
            </a:extLst>
          </p:cNvPr>
          <p:cNvCxnSpPr>
            <a:cxnSpLocks/>
          </p:cNvCxnSpPr>
          <p:nvPr/>
        </p:nvCxnSpPr>
        <p:spPr>
          <a:xfrm flipH="1">
            <a:off x="2135721" y="2391998"/>
            <a:ext cx="773543" cy="540913"/>
          </a:xfrm>
          <a:prstGeom prst="bentConnector3">
            <a:avLst>
              <a:gd name="adj1" fmla="val 999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图: 决策 32">
            <a:extLst>
              <a:ext uri="{FF2B5EF4-FFF2-40B4-BE49-F238E27FC236}">
                <a16:creationId xmlns:a16="http://schemas.microsoft.com/office/drawing/2014/main" id="{4CCC4E9D-B06D-2C2F-765A-3D1DC4419476}"/>
              </a:ext>
            </a:extLst>
          </p:cNvPr>
          <p:cNvSpPr/>
          <p:nvPr/>
        </p:nvSpPr>
        <p:spPr>
          <a:xfrm>
            <a:off x="1379897" y="2932911"/>
            <a:ext cx="1529367" cy="592428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a&gt;c?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E65EC8E8-0E76-21D0-12A2-47AB981485A0}"/>
              </a:ext>
            </a:extLst>
          </p:cNvPr>
          <p:cNvCxnSpPr>
            <a:cxnSpLocks/>
          </p:cNvCxnSpPr>
          <p:nvPr/>
        </p:nvCxnSpPr>
        <p:spPr>
          <a:xfrm>
            <a:off x="9374465" y="2391997"/>
            <a:ext cx="773543" cy="540913"/>
          </a:xfrm>
          <a:prstGeom prst="bentConnector3">
            <a:avLst>
              <a:gd name="adj1" fmla="val 999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EC9023DC-DBD1-39D1-6EB9-032695FF186B}"/>
              </a:ext>
            </a:extLst>
          </p:cNvPr>
          <p:cNvCxnSpPr>
            <a:cxnSpLocks/>
            <a:endCxn id="52" idx="0"/>
          </p:cNvCxnSpPr>
          <p:nvPr/>
        </p:nvCxnSpPr>
        <p:spPr>
          <a:xfrm rot="5400000">
            <a:off x="7031036" y="2534192"/>
            <a:ext cx="972356" cy="687963"/>
          </a:xfrm>
          <a:prstGeom prst="bentConnector3">
            <a:avLst>
              <a:gd name="adj1" fmla="val -9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流程图: 决策 38">
            <a:extLst>
              <a:ext uri="{FF2B5EF4-FFF2-40B4-BE49-F238E27FC236}">
                <a16:creationId xmlns:a16="http://schemas.microsoft.com/office/drawing/2014/main" id="{01D9FF20-4DD8-6EA3-510D-B0B2E3CD77DF}"/>
              </a:ext>
            </a:extLst>
          </p:cNvPr>
          <p:cNvSpPr/>
          <p:nvPr/>
        </p:nvSpPr>
        <p:spPr>
          <a:xfrm>
            <a:off x="9383324" y="2932909"/>
            <a:ext cx="1529367" cy="592428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a&gt;c?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FED4345-003D-E6B8-D987-56AE1FF9919C}"/>
              </a:ext>
            </a:extLst>
          </p:cNvPr>
          <p:cNvSpPr txBox="1"/>
          <p:nvPr/>
        </p:nvSpPr>
        <p:spPr>
          <a:xfrm>
            <a:off x="4160122" y="799173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False(F)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A36DB47-58FD-9B14-876C-5A106C85AF55}"/>
              </a:ext>
            </a:extLst>
          </p:cNvPr>
          <p:cNvSpPr txBox="1"/>
          <p:nvPr/>
        </p:nvSpPr>
        <p:spPr>
          <a:xfrm>
            <a:off x="7087651" y="799173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True(T)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D28F75E-A064-41E9-B1E1-09107CD6C679}"/>
              </a:ext>
            </a:extLst>
          </p:cNvPr>
          <p:cNvSpPr txBox="1"/>
          <p:nvPr/>
        </p:nvSpPr>
        <p:spPr>
          <a:xfrm>
            <a:off x="9295686" y="1911117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False(F)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119B581-4423-33FA-70BC-D9279F3DE336}"/>
              </a:ext>
            </a:extLst>
          </p:cNvPr>
          <p:cNvSpPr txBox="1"/>
          <p:nvPr/>
        </p:nvSpPr>
        <p:spPr>
          <a:xfrm>
            <a:off x="7020295" y="1936874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True(T)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流程图: 数据 51">
            <a:extLst>
              <a:ext uri="{FF2B5EF4-FFF2-40B4-BE49-F238E27FC236}">
                <a16:creationId xmlns:a16="http://schemas.microsoft.com/office/drawing/2014/main" id="{AA788FF2-5FA8-A73A-9FE3-4A618E55D456}"/>
              </a:ext>
            </a:extLst>
          </p:cNvPr>
          <p:cNvSpPr/>
          <p:nvPr/>
        </p:nvSpPr>
        <p:spPr>
          <a:xfrm>
            <a:off x="6255612" y="3364351"/>
            <a:ext cx="1529366" cy="482958"/>
          </a:xfrm>
          <a:prstGeom prst="flowChartInputOutpu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a,b,c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A90E0DAA-BAC2-E77A-8BC7-BB280A782606}"/>
              </a:ext>
            </a:extLst>
          </p:cNvPr>
          <p:cNvCxnSpPr>
            <a:cxnSpLocks/>
          </p:cNvCxnSpPr>
          <p:nvPr/>
        </p:nvCxnSpPr>
        <p:spPr>
          <a:xfrm flipH="1">
            <a:off x="8625876" y="3229123"/>
            <a:ext cx="773543" cy="540913"/>
          </a:xfrm>
          <a:prstGeom prst="bentConnector3">
            <a:avLst>
              <a:gd name="adj1" fmla="val 999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F4243DF8-A93D-5F60-ED68-419659F90602}"/>
              </a:ext>
            </a:extLst>
          </p:cNvPr>
          <p:cNvCxnSpPr>
            <a:cxnSpLocks/>
          </p:cNvCxnSpPr>
          <p:nvPr/>
        </p:nvCxnSpPr>
        <p:spPr>
          <a:xfrm>
            <a:off x="10912689" y="3229122"/>
            <a:ext cx="773543" cy="540913"/>
          </a:xfrm>
          <a:prstGeom prst="bentConnector3">
            <a:avLst>
              <a:gd name="adj1" fmla="val 999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流程图: 数据 57">
            <a:extLst>
              <a:ext uri="{FF2B5EF4-FFF2-40B4-BE49-F238E27FC236}">
                <a16:creationId xmlns:a16="http://schemas.microsoft.com/office/drawing/2014/main" id="{E2F28F73-3D57-3EBD-99FE-005355268931}"/>
              </a:ext>
            </a:extLst>
          </p:cNvPr>
          <p:cNvSpPr/>
          <p:nvPr/>
        </p:nvSpPr>
        <p:spPr>
          <a:xfrm>
            <a:off x="7870053" y="3770035"/>
            <a:ext cx="1529366" cy="482958"/>
          </a:xfrm>
          <a:prstGeom prst="flowChartInputOutpu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c,a,b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流程图: 数据 59">
            <a:extLst>
              <a:ext uri="{FF2B5EF4-FFF2-40B4-BE49-F238E27FC236}">
                <a16:creationId xmlns:a16="http://schemas.microsoft.com/office/drawing/2014/main" id="{75D04487-D455-5171-E741-06D11A081854}"/>
              </a:ext>
            </a:extLst>
          </p:cNvPr>
          <p:cNvSpPr/>
          <p:nvPr/>
        </p:nvSpPr>
        <p:spPr>
          <a:xfrm>
            <a:off x="10807774" y="3770035"/>
            <a:ext cx="1529366" cy="482958"/>
          </a:xfrm>
          <a:prstGeom prst="flowChartInputOutpu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a,c,b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84B68AA7-B863-F1BB-DE1D-67B795BFD431}"/>
              </a:ext>
            </a:extLst>
          </p:cNvPr>
          <p:cNvCxnSpPr>
            <a:cxnSpLocks/>
          </p:cNvCxnSpPr>
          <p:nvPr/>
        </p:nvCxnSpPr>
        <p:spPr>
          <a:xfrm flipH="1">
            <a:off x="606354" y="3229123"/>
            <a:ext cx="773543" cy="540913"/>
          </a:xfrm>
          <a:prstGeom prst="bentConnector3">
            <a:avLst>
              <a:gd name="adj1" fmla="val 999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10361CEF-5B46-1811-3C23-71EE5491E43D}"/>
              </a:ext>
            </a:extLst>
          </p:cNvPr>
          <p:cNvCxnSpPr>
            <a:cxnSpLocks/>
          </p:cNvCxnSpPr>
          <p:nvPr/>
        </p:nvCxnSpPr>
        <p:spPr>
          <a:xfrm>
            <a:off x="2893167" y="3229122"/>
            <a:ext cx="773543" cy="540913"/>
          </a:xfrm>
          <a:prstGeom prst="bentConnector3">
            <a:avLst>
              <a:gd name="adj1" fmla="val 9994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流程图: 数据 67">
            <a:extLst>
              <a:ext uri="{FF2B5EF4-FFF2-40B4-BE49-F238E27FC236}">
                <a16:creationId xmlns:a16="http://schemas.microsoft.com/office/drawing/2014/main" id="{ADB40A7B-CC99-9E96-F363-C237EDAFB02D}"/>
              </a:ext>
            </a:extLst>
          </p:cNvPr>
          <p:cNvSpPr/>
          <p:nvPr/>
        </p:nvSpPr>
        <p:spPr>
          <a:xfrm flipH="1">
            <a:off x="-149469" y="3770035"/>
            <a:ext cx="1529366" cy="482958"/>
          </a:xfrm>
          <a:prstGeom prst="flowChartInputOutpu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b,c,a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流程图: 数据 68">
            <a:extLst>
              <a:ext uri="{FF2B5EF4-FFF2-40B4-BE49-F238E27FC236}">
                <a16:creationId xmlns:a16="http://schemas.microsoft.com/office/drawing/2014/main" id="{7163879E-3B2F-D5F0-725D-E2E99066F9A2}"/>
              </a:ext>
            </a:extLst>
          </p:cNvPr>
          <p:cNvSpPr/>
          <p:nvPr/>
        </p:nvSpPr>
        <p:spPr>
          <a:xfrm flipH="1">
            <a:off x="2788252" y="3770035"/>
            <a:ext cx="1529366" cy="482958"/>
          </a:xfrm>
          <a:prstGeom prst="flowChartInputOutpu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b,a,c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454B6DB1-F7AF-EBD1-A5FD-0F29EC583A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5294" y="2547070"/>
            <a:ext cx="972356" cy="687963"/>
          </a:xfrm>
          <a:prstGeom prst="bentConnector3">
            <a:avLst>
              <a:gd name="adj1" fmla="val -99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流程图: 数据 75">
            <a:extLst>
              <a:ext uri="{FF2B5EF4-FFF2-40B4-BE49-F238E27FC236}">
                <a16:creationId xmlns:a16="http://schemas.microsoft.com/office/drawing/2014/main" id="{9E0B38B5-593F-9CA2-DE92-C6D3DC4BDC9A}"/>
              </a:ext>
            </a:extLst>
          </p:cNvPr>
          <p:cNvSpPr/>
          <p:nvPr/>
        </p:nvSpPr>
        <p:spPr>
          <a:xfrm flipH="1">
            <a:off x="4301522" y="3361129"/>
            <a:ext cx="1529366" cy="482958"/>
          </a:xfrm>
          <a:prstGeom prst="flowChartInputOutpu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c,b,a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D60478E6-4A31-D467-F2F4-E6E91BC2CA0F}"/>
              </a:ext>
            </a:extLst>
          </p:cNvPr>
          <p:cNvSpPr txBox="1"/>
          <p:nvPr/>
        </p:nvSpPr>
        <p:spPr>
          <a:xfrm>
            <a:off x="4317618" y="1913603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False(F)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5EFBA2E-7701-954D-0D9A-93B1C8E40779}"/>
              </a:ext>
            </a:extLst>
          </p:cNvPr>
          <p:cNvSpPr txBox="1"/>
          <p:nvPr/>
        </p:nvSpPr>
        <p:spPr>
          <a:xfrm>
            <a:off x="2090370" y="1909040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True(T)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4684B9B2-F956-D790-6248-5ABBB462D1C9}"/>
              </a:ext>
            </a:extLst>
          </p:cNvPr>
          <p:cNvCxnSpPr>
            <a:stCxn id="68" idx="4"/>
          </p:cNvCxnSpPr>
          <p:nvPr/>
        </p:nvCxnSpPr>
        <p:spPr>
          <a:xfrm>
            <a:off x="615214" y="4252993"/>
            <a:ext cx="0" cy="16107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27DEA96A-0349-96C6-5795-053215362B6D}"/>
              </a:ext>
            </a:extLst>
          </p:cNvPr>
          <p:cNvCxnSpPr>
            <a:cxnSpLocks/>
          </p:cNvCxnSpPr>
          <p:nvPr/>
        </p:nvCxnSpPr>
        <p:spPr>
          <a:xfrm flipH="1">
            <a:off x="606354" y="5863774"/>
            <a:ext cx="1107987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31BAEE0E-28C6-678C-4268-CCFFCDE1349A}"/>
              </a:ext>
            </a:extLst>
          </p:cNvPr>
          <p:cNvCxnSpPr/>
          <p:nvPr/>
        </p:nvCxnSpPr>
        <p:spPr>
          <a:xfrm>
            <a:off x="11686232" y="4252993"/>
            <a:ext cx="0" cy="16107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18708C60-8DDE-4384-116D-C9AB227832E6}"/>
              </a:ext>
            </a:extLst>
          </p:cNvPr>
          <p:cNvCxnSpPr/>
          <p:nvPr/>
        </p:nvCxnSpPr>
        <p:spPr>
          <a:xfrm>
            <a:off x="3673947" y="4252993"/>
            <a:ext cx="0" cy="16107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3FB5F662-8AE5-898D-5985-8FE39B323A70}"/>
              </a:ext>
            </a:extLst>
          </p:cNvPr>
          <p:cNvCxnSpPr>
            <a:cxnSpLocks/>
          </p:cNvCxnSpPr>
          <p:nvPr/>
        </p:nvCxnSpPr>
        <p:spPr>
          <a:xfrm>
            <a:off x="5135454" y="3844087"/>
            <a:ext cx="0" cy="2019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C65AC8A3-789E-16A7-4EDB-227DC12A9CBC}"/>
              </a:ext>
            </a:extLst>
          </p:cNvPr>
          <p:cNvCxnSpPr>
            <a:cxnSpLocks/>
          </p:cNvCxnSpPr>
          <p:nvPr/>
        </p:nvCxnSpPr>
        <p:spPr>
          <a:xfrm>
            <a:off x="7173232" y="3844086"/>
            <a:ext cx="0" cy="2019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68F83F53-1B9C-A880-43FB-7D08212740F9}"/>
              </a:ext>
            </a:extLst>
          </p:cNvPr>
          <p:cNvCxnSpPr/>
          <p:nvPr/>
        </p:nvCxnSpPr>
        <p:spPr>
          <a:xfrm>
            <a:off x="8634736" y="4252993"/>
            <a:ext cx="0" cy="16107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2986E5C4-3544-956E-4449-2D42792516CF}"/>
              </a:ext>
            </a:extLst>
          </p:cNvPr>
          <p:cNvCxnSpPr/>
          <p:nvPr/>
        </p:nvCxnSpPr>
        <p:spPr>
          <a:xfrm flipH="1">
            <a:off x="6146292" y="5879516"/>
            <a:ext cx="1" cy="4314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流程图: 终止 97">
            <a:extLst>
              <a:ext uri="{FF2B5EF4-FFF2-40B4-BE49-F238E27FC236}">
                <a16:creationId xmlns:a16="http://schemas.microsoft.com/office/drawing/2014/main" id="{FEE5EB25-2667-588B-4260-F02BC4D23089}"/>
              </a:ext>
            </a:extLst>
          </p:cNvPr>
          <p:cNvSpPr/>
          <p:nvPr/>
        </p:nvSpPr>
        <p:spPr>
          <a:xfrm>
            <a:off x="5567226" y="6312185"/>
            <a:ext cx="1158132" cy="401902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A0ADB11F-2F04-FEB4-3C1A-2CD02E3A4FDA}"/>
              </a:ext>
            </a:extLst>
          </p:cNvPr>
          <p:cNvSpPr txBox="1"/>
          <p:nvPr/>
        </p:nvSpPr>
        <p:spPr>
          <a:xfrm>
            <a:off x="10807774" y="2792469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True(T)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F7F4655-41AF-4CD8-2273-78AC049B5570}"/>
              </a:ext>
            </a:extLst>
          </p:cNvPr>
          <p:cNvSpPr txBox="1"/>
          <p:nvPr/>
        </p:nvSpPr>
        <p:spPr>
          <a:xfrm>
            <a:off x="8520962" y="2772809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False(F)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B1D28437-17E5-34F4-08D3-2373F2F4028E}"/>
              </a:ext>
            </a:extLst>
          </p:cNvPr>
          <p:cNvSpPr txBox="1"/>
          <p:nvPr/>
        </p:nvSpPr>
        <p:spPr>
          <a:xfrm>
            <a:off x="2801003" y="2809828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True(T)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08CC3ED-87D1-84EA-E9F4-8CAE4A2BBC0D}"/>
              </a:ext>
            </a:extLst>
          </p:cNvPr>
          <p:cNvSpPr txBox="1"/>
          <p:nvPr/>
        </p:nvSpPr>
        <p:spPr>
          <a:xfrm>
            <a:off x="522430" y="2772809"/>
            <a:ext cx="128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False(F)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94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91</Words>
  <Application>Microsoft Office PowerPoint</Application>
  <PresentationFormat>宽屏</PresentationFormat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Wenze Xiao</dc:creator>
  <cp:lastModifiedBy>Wenze Xiao</cp:lastModifiedBy>
  <cp:revision>1</cp:revision>
  <dcterms:created xsi:type="dcterms:W3CDTF">2026-10-08T06:48:40Z</dcterms:created>
  <dcterms:modified xsi:type="dcterms:W3CDTF">2026-10-08T16:33:11Z</dcterms:modified>
</cp:coreProperties>
</file>